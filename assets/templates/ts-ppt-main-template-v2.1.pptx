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61" r:id="rId3"/>
    <p:sldId id="263" r:id="rId4"/>
    <p:sldId id="264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3094"/>
    <a:srgbClr val="06AEAD"/>
    <a:srgbClr val="F5444D"/>
    <a:srgbClr val="F0474A"/>
    <a:srgbClr val="091022"/>
    <a:srgbClr val="00B1AF"/>
    <a:srgbClr val="401447"/>
    <a:srgbClr val="156082"/>
    <a:srgbClr val="8F2899"/>
    <a:srgbClr val="FF30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F99DBF-4934-19CD-8B4B-5A3EBDC6430B}" v="11" dt="2025-12-04T09:40:08.600"/>
    <p1510:client id="{7C99A0DB-777C-F590-1B70-0E98A65E2DFE}" v="3" dt="2025-12-04T09:23:53.6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ulkarim Algutan" userId="S::abdulkarim.algutan@ts.sa::fefc4bf9-48fc-451e-8f5b-ee44311cf8af" providerId="AD" clId="Web-{88FB2ABC-0ADA-FF20-9D7D-982EC7FA997E}"/>
    <pc:docChg chg="modSld">
      <pc:chgData name="Abdulkarim Algutan" userId="S::abdulkarim.algutan@ts.sa::fefc4bf9-48fc-451e-8f5b-ee44311cf8af" providerId="AD" clId="Web-{88FB2ABC-0ADA-FF20-9D7D-982EC7FA997E}" dt="2025-12-01T09:25:50.118" v="3" actId="20577"/>
      <pc:docMkLst>
        <pc:docMk/>
      </pc:docMkLst>
      <pc:sldChg chg="modSp">
        <pc:chgData name="Abdulkarim Algutan" userId="S::abdulkarim.algutan@ts.sa::fefc4bf9-48fc-451e-8f5b-ee44311cf8af" providerId="AD" clId="Web-{88FB2ABC-0ADA-FF20-9D7D-982EC7FA997E}" dt="2025-12-01T09:25:50.118" v="3" actId="20577"/>
        <pc:sldMkLst>
          <pc:docMk/>
          <pc:sldMk cId="1890715200" sldId="261"/>
        </pc:sldMkLst>
        <pc:spChg chg="mod">
          <ac:chgData name="Abdulkarim Algutan" userId="S::abdulkarim.algutan@ts.sa::fefc4bf9-48fc-451e-8f5b-ee44311cf8af" providerId="AD" clId="Web-{88FB2ABC-0ADA-FF20-9D7D-982EC7FA997E}" dt="2025-12-01T09:25:50.118" v="3" actId="20577"/>
          <ac:spMkLst>
            <pc:docMk/>
            <pc:sldMk cId="1890715200" sldId="261"/>
            <ac:spMk id="3" creationId="{C97B0D39-1264-C715-53A4-71CEE8E26B70}"/>
          </ac:spMkLst>
        </pc:spChg>
      </pc:sldChg>
    </pc:docChg>
  </pc:docChgLst>
  <pc:docChgLst>
    <pc:chgData name="Nura Alqasem" userId="S::nura.alqasem@tools-solutions.com::c957ab68-92d1-445f-a63a-b8d0ccd87bf2" providerId="AD" clId="Web-{7C99A0DB-777C-F590-1B70-0E98A65E2DFE}"/>
    <pc:docChg chg="modSld">
      <pc:chgData name="Nura Alqasem" userId="S::nura.alqasem@tools-solutions.com::c957ab68-92d1-445f-a63a-b8d0ccd87bf2" providerId="AD" clId="Web-{7C99A0DB-777C-F590-1B70-0E98A65E2DFE}" dt="2025-12-04T09:23:53.615" v="2" actId="1076"/>
      <pc:docMkLst>
        <pc:docMk/>
      </pc:docMkLst>
      <pc:sldChg chg="addSp modSp">
        <pc:chgData name="Nura Alqasem" userId="S::nura.alqasem@tools-solutions.com::c957ab68-92d1-445f-a63a-b8d0ccd87bf2" providerId="AD" clId="Web-{7C99A0DB-777C-F590-1B70-0E98A65E2DFE}" dt="2025-12-04T09:23:53.615" v="2" actId="1076"/>
        <pc:sldMkLst>
          <pc:docMk/>
          <pc:sldMk cId="1841857402" sldId="256"/>
        </pc:sldMkLst>
        <pc:picChg chg="add mod">
          <ac:chgData name="Nura Alqasem" userId="S::nura.alqasem@tools-solutions.com::c957ab68-92d1-445f-a63a-b8d0ccd87bf2" providerId="AD" clId="Web-{7C99A0DB-777C-F590-1B70-0E98A65E2DFE}" dt="2025-12-04T09:23:53.615" v="2" actId="1076"/>
          <ac:picMkLst>
            <pc:docMk/>
            <pc:sldMk cId="1841857402" sldId="256"/>
            <ac:picMk id="6" creationId="{CCD3E6ED-C4BD-07EF-8DA2-5A1E6BFDCC4E}"/>
          </ac:picMkLst>
        </pc:picChg>
      </pc:sldChg>
    </pc:docChg>
  </pc:docChgLst>
  <pc:docChgLst>
    <pc:chgData name="Nura Alqasem" userId="S::nura.alqasem@tools-solutions.com::c957ab68-92d1-445f-a63a-b8d0ccd87bf2" providerId="AD" clId="Web-{52F99DBF-4934-19CD-8B4B-5A3EBDC6430B}"/>
    <pc:docChg chg="modSld">
      <pc:chgData name="Nura Alqasem" userId="S::nura.alqasem@tools-solutions.com::c957ab68-92d1-445f-a63a-b8d0ccd87bf2" providerId="AD" clId="Web-{52F99DBF-4934-19CD-8B4B-5A3EBDC6430B}" dt="2025-12-04T09:40:08.600" v="10"/>
      <pc:docMkLst>
        <pc:docMk/>
      </pc:docMkLst>
      <pc:sldChg chg="addSp delSp modSp">
        <pc:chgData name="Nura Alqasem" userId="S::nura.alqasem@tools-solutions.com::c957ab68-92d1-445f-a63a-b8d0ccd87bf2" providerId="AD" clId="Web-{52F99DBF-4934-19CD-8B4B-5A3EBDC6430B}" dt="2025-12-04T09:40:05.850" v="9"/>
        <pc:sldMkLst>
          <pc:docMk/>
          <pc:sldMk cId="1890715200" sldId="261"/>
        </pc:sldMkLst>
        <pc:spChg chg="add del mod">
          <ac:chgData name="Nura Alqasem" userId="S::nura.alqasem@tools-solutions.com::c957ab68-92d1-445f-a63a-b8d0ccd87bf2" providerId="AD" clId="Web-{52F99DBF-4934-19CD-8B4B-5A3EBDC6430B}" dt="2025-12-04T09:40:05.850" v="9"/>
          <ac:spMkLst>
            <pc:docMk/>
            <pc:sldMk cId="1890715200" sldId="261"/>
            <ac:spMk id="3" creationId="{C97B0D39-1264-C715-53A4-71CEE8E26B70}"/>
          </ac:spMkLst>
        </pc:spChg>
      </pc:sldChg>
      <pc:sldChg chg="addSp delSp modSp">
        <pc:chgData name="Nura Alqasem" userId="S::nura.alqasem@tools-solutions.com::c957ab68-92d1-445f-a63a-b8d0ccd87bf2" providerId="AD" clId="Web-{52F99DBF-4934-19CD-8B4B-5A3EBDC6430B}" dt="2025-12-04T09:40:08.600" v="10"/>
        <pc:sldMkLst>
          <pc:docMk/>
          <pc:sldMk cId="1681105315" sldId="263"/>
        </pc:sldMkLst>
        <pc:spChg chg="add del mod">
          <ac:chgData name="Nura Alqasem" userId="S::nura.alqasem@tools-solutions.com::c957ab68-92d1-445f-a63a-b8d0ccd87bf2" providerId="AD" clId="Web-{52F99DBF-4934-19CD-8B4B-5A3EBDC6430B}" dt="2025-12-04T09:40:08.600" v="10"/>
          <ac:spMkLst>
            <pc:docMk/>
            <pc:sldMk cId="1681105315" sldId="263"/>
            <ac:spMk id="3" creationId="{EAEF7F6C-A45B-70AF-F8BE-AF05093DE6F8}"/>
          </ac:spMkLst>
        </pc:spChg>
      </pc:sldChg>
      <pc:sldChg chg="delSp">
        <pc:chgData name="Nura Alqasem" userId="S::nura.alqasem@tools-solutions.com::c957ab68-92d1-445f-a63a-b8d0ccd87bf2" providerId="AD" clId="Web-{52F99DBF-4934-19CD-8B4B-5A3EBDC6430B}" dt="2025-12-04T09:40:03.225" v="8"/>
        <pc:sldMkLst>
          <pc:docMk/>
          <pc:sldMk cId="1426526936" sldId="264"/>
        </pc:sldMkLst>
        <pc:spChg chg="del">
          <ac:chgData name="Nura Alqasem" userId="S::nura.alqasem@tools-solutions.com::c957ab68-92d1-445f-a63a-b8d0ccd87bf2" providerId="AD" clId="Web-{52F99DBF-4934-19CD-8B4B-5A3EBDC6430B}" dt="2025-12-04T09:40:03.225" v="8"/>
          <ac:spMkLst>
            <pc:docMk/>
            <pc:sldMk cId="1426526936" sldId="264"/>
            <ac:spMk id="3" creationId="{4947112B-4127-0A4A-3191-90CE6F5C6E35}"/>
          </ac:spMkLst>
        </pc:spChg>
      </pc:sldChg>
    </pc:docChg>
  </pc:docChgLst>
  <pc:docChgLst>
    <pc:chgData name="Nura Alqasem" userId="S::nura.alqasem@tools-solutions.com::c957ab68-92d1-445f-a63a-b8d0ccd87bf2" providerId="AD" clId="Web-{98F3E394-AF34-9468-DB2F-9EA126246929}"/>
    <pc:docChg chg="delSld modSld">
      <pc:chgData name="Nura Alqasem" userId="S::nura.alqasem@tools-solutions.com::c957ab68-92d1-445f-a63a-b8d0ccd87bf2" providerId="AD" clId="Web-{98F3E394-AF34-9468-DB2F-9EA126246929}" dt="2025-12-01T08:20:03.208" v="10"/>
      <pc:docMkLst>
        <pc:docMk/>
      </pc:docMkLst>
      <pc:sldChg chg="delSp">
        <pc:chgData name="Nura Alqasem" userId="S::nura.alqasem@tools-solutions.com::c957ab68-92d1-445f-a63a-b8d0ccd87bf2" providerId="AD" clId="Web-{98F3E394-AF34-9468-DB2F-9EA126246929}" dt="2025-12-01T08:20:03.208" v="10"/>
        <pc:sldMkLst>
          <pc:docMk/>
          <pc:sldMk cId="1841857402" sldId="256"/>
        </pc:sldMkLst>
      </pc:sldChg>
      <pc:sldChg chg="delSp">
        <pc:chgData name="Nura Alqasem" userId="S::nura.alqasem@tools-solutions.com::c957ab68-92d1-445f-a63a-b8d0ccd87bf2" providerId="AD" clId="Web-{98F3E394-AF34-9468-DB2F-9EA126246929}" dt="2025-12-01T08:19:51.254" v="4"/>
        <pc:sldMkLst>
          <pc:docMk/>
          <pc:sldMk cId="1890715200" sldId="261"/>
        </pc:sldMkLst>
      </pc:sldChg>
      <pc:sldChg chg="delSp">
        <pc:chgData name="Nura Alqasem" userId="S::nura.alqasem@tools-solutions.com::c957ab68-92d1-445f-a63a-b8d0ccd87bf2" providerId="AD" clId="Web-{98F3E394-AF34-9468-DB2F-9EA126246929}" dt="2025-12-01T08:19:54.598" v="6"/>
        <pc:sldMkLst>
          <pc:docMk/>
          <pc:sldMk cId="1681105315" sldId="263"/>
        </pc:sldMkLst>
      </pc:sldChg>
      <pc:sldChg chg="delSp">
        <pc:chgData name="Nura Alqasem" userId="S::nura.alqasem@tools-solutions.com::c957ab68-92d1-445f-a63a-b8d0ccd87bf2" providerId="AD" clId="Web-{98F3E394-AF34-9468-DB2F-9EA126246929}" dt="2025-12-01T08:19:55.739" v="7"/>
        <pc:sldMkLst>
          <pc:docMk/>
          <pc:sldMk cId="1426526936" sldId="264"/>
        </pc:sldMkLst>
      </pc:sldChg>
    </pc:docChg>
  </pc:docChgLst>
  <pc:docChgLst>
    <pc:chgData name="Nura Alqasem" userId="c957ab68-92d1-445f-a63a-b8d0ccd87bf2" providerId="ADAL" clId="{79180535-7DEC-4461-A732-3C6A723885D5}"/>
    <pc:docChg chg="custSel addSld modSld sldOrd">
      <pc:chgData name="Nura Alqasem" userId="c957ab68-92d1-445f-a63a-b8d0ccd87bf2" providerId="ADAL" clId="{79180535-7DEC-4461-A732-3C6A723885D5}" dt="2025-12-01T08:10:25.184" v="98" actId="20577"/>
      <pc:docMkLst>
        <pc:docMk/>
      </pc:docMkLst>
      <pc:sldChg chg="addSp delSp modSp mod">
        <pc:chgData name="Nura Alqasem" userId="c957ab68-92d1-445f-a63a-b8d0ccd87bf2" providerId="ADAL" clId="{79180535-7DEC-4461-A732-3C6A723885D5}" dt="2025-12-01T07:25:55.361" v="23" actId="1076"/>
        <pc:sldMkLst>
          <pc:docMk/>
          <pc:sldMk cId="1841857402" sldId="256"/>
        </pc:sldMkLst>
      </pc:sldChg>
      <pc:sldChg chg="modSp add mod ord">
        <pc:chgData name="Nura Alqasem" userId="c957ab68-92d1-445f-a63a-b8d0ccd87bf2" providerId="ADAL" clId="{79180535-7DEC-4461-A732-3C6A723885D5}" dt="2025-12-01T08:10:25.184" v="98" actId="20577"/>
        <pc:sldMkLst>
          <pc:docMk/>
          <pc:sldMk cId="1890715200" sldId="261"/>
        </pc:sldMkLst>
        <pc:spChg chg="mod">
          <ac:chgData name="Nura Alqasem" userId="c957ab68-92d1-445f-a63a-b8d0ccd87bf2" providerId="ADAL" clId="{79180535-7DEC-4461-A732-3C6A723885D5}" dt="2025-12-01T08:10:25.184" v="98" actId="20577"/>
          <ac:spMkLst>
            <pc:docMk/>
            <pc:sldMk cId="1890715200" sldId="261"/>
            <ac:spMk id="3" creationId="{C97B0D39-1264-C715-53A4-71CEE8E26B70}"/>
          </ac:spMkLst>
        </pc:spChg>
      </pc:sldChg>
      <pc:sldChg chg="add">
        <pc:chgData name="Nura Alqasem" userId="c957ab68-92d1-445f-a63a-b8d0ccd87bf2" providerId="ADAL" clId="{79180535-7DEC-4461-A732-3C6A723885D5}" dt="2025-12-01T07:31:12.439" v="52" actId="2890"/>
        <pc:sldMkLst>
          <pc:docMk/>
          <pc:sldMk cId="1681105315" sldId="263"/>
        </pc:sldMkLst>
      </pc:sldChg>
      <pc:sldChg chg="add">
        <pc:chgData name="Nura Alqasem" userId="c957ab68-92d1-445f-a63a-b8d0ccd87bf2" providerId="ADAL" clId="{79180535-7DEC-4461-A732-3C6A723885D5}" dt="2025-12-01T07:31:14.790" v="53" actId="2890"/>
        <pc:sldMkLst>
          <pc:docMk/>
          <pc:sldMk cId="1426526936" sldId="264"/>
        </pc:sldMkLst>
      </pc:sldChg>
    </pc:docChg>
  </pc:docChgLst>
  <pc:docChgLst>
    <pc:chgData name="Abdulkarim Algutan" userId="S::abdulkarim.algutan@ts.sa::fefc4bf9-48fc-451e-8f5b-ee44311cf8af" providerId="AD" clId="Web-{9BA2A1A3-6241-479F-2A0C-D3432FFB9970}"/>
    <pc:docChg chg="modSld">
      <pc:chgData name="Abdulkarim Algutan" userId="S::abdulkarim.algutan@ts.sa::fefc4bf9-48fc-451e-8f5b-ee44311cf8af" providerId="AD" clId="Web-{9BA2A1A3-6241-479F-2A0C-D3432FFB9970}" dt="2025-12-01T09:19:12.486" v="4" actId="20577"/>
      <pc:docMkLst>
        <pc:docMk/>
      </pc:docMkLst>
      <pc:sldChg chg="modSp">
        <pc:chgData name="Abdulkarim Algutan" userId="S::abdulkarim.algutan@ts.sa::fefc4bf9-48fc-451e-8f5b-ee44311cf8af" providerId="AD" clId="Web-{9BA2A1A3-6241-479F-2A0C-D3432FFB9970}" dt="2025-12-01T09:19:12.486" v="4" actId="20577"/>
        <pc:sldMkLst>
          <pc:docMk/>
          <pc:sldMk cId="1890715200" sldId="261"/>
        </pc:sldMkLst>
        <pc:spChg chg="mod">
          <ac:chgData name="Abdulkarim Algutan" userId="S::abdulkarim.algutan@ts.sa::fefc4bf9-48fc-451e-8f5b-ee44311cf8af" providerId="AD" clId="Web-{9BA2A1A3-6241-479F-2A0C-D3432FFB9970}" dt="2025-12-01T09:19:12.486" v="4" actId="20577"/>
          <ac:spMkLst>
            <pc:docMk/>
            <pc:sldMk cId="1890715200" sldId="261"/>
            <ac:spMk id="3" creationId="{C97B0D39-1264-C715-53A4-71CEE8E26B7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AA4EAF0-C773-59F6-4114-90D151216F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0689B-A2C0-9DD2-F885-F466EE758CB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96C6E2-CAE1-47DC-A85A-850093898822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8E4C2C-378A-AFE6-6F54-C9D66A51689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3BF062-747A-88E0-5E5F-448DB8D6252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3760E8-563D-4BD3-AD03-DCC8AB55A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79434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2AF6CF-DCEE-425E-AB9F-5D48F6CC99FC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B0FED4-CCCE-47C7-8CF7-C352C59FDF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57318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background with a pattern&#10;&#10;AI-generated content may be incorrect.">
            <a:extLst>
              <a:ext uri="{FF2B5EF4-FFF2-40B4-BE49-F238E27FC236}">
                <a16:creationId xmlns:a16="http://schemas.microsoft.com/office/drawing/2014/main" id="{9562728F-03EF-74C1-F4F6-4EA654C001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pic>
        <p:nvPicPr>
          <p:cNvPr id="11" name="Picture 10" descr="A logo with a colorful stripe&#10;&#10;AI-generated content may be incorrect.">
            <a:extLst>
              <a:ext uri="{FF2B5EF4-FFF2-40B4-BE49-F238E27FC236}">
                <a16:creationId xmlns:a16="http://schemas.microsoft.com/office/drawing/2014/main" id="{13846CB8-0B6A-2AF2-D15F-21B70FFF6F6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77" t="19443" r="36810" b="20154"/>
          <a:stretch>
            <a:fillRect/>
          </a:stretch>
        </p:blipFill>
        <p:spPr>
          <a:xfrm>
            <a:off x="121369" y="6501051"/>
            <a:ext cx="188105" cy="26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576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background with a pattern&#10;&#10;AI-generated content may be incorrect.">
            <a:extLst>
              <a:ext uri="{FF2B5EF4-FFF2-40B4-BE49-F238E27FC236}">
                <a16:creationId xmlns:a16="http://schemas.microsoft.com/office/drawing/2014/main" id="{14C1623C-4E26-58BC-28B3-215EC924E5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674730A-BC83-5C6F-9737-5EF55F9B32FA}"/>
              </a:ext>
            </a:extLst>
          </p:cNvPr>
          <p:cNvSpPr/>
          <p:nvPr userDrawn="1"/>
        </p:nvSpPr>
        <p:spPr>
          <a:xfrm>
            <a:off x="11411079" y="0"/>
            <a:ext cx="168676" cy="6858000"/>
          </a:xfrm>
          <a:prstGeom prst="rect">
            <a:avLst/>
          </a:prstGeom>
          <a:solidFill>
            <a:srgbClr val="8430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2D80C0-A989-0236-B1B7-DF9EBD51EA52}"/>
              </a:ext>
            </a:extLst>
          </p:cNvPr>
          <p:cNvSpPr/>
          <p:nvPr userDrawn="1"/>
        </p:nvSpPr>
        <p:spPr>
          <a:xfrm>
            <a:off x="11617332" y="0"/>
            <a:ext cx="168676" cy="6858000"/>
          </a:xfrm>
          <a:prstGeom prst="rect">
            <a:avLst/>
          </a:prstGeom>
          <a:solidFill>
            <a:srgbClr val="06AE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89EAE7-FF06-F315-BD09-47E710B8F698}"/>
              </a:ext>
            </a:extLst>
          </p:cNvPr>
          <p:cNvSpPr/>
          <p:nvPr userDrawn="1"/>
        </p:nvSpPr>
        <p:spPr>
          <a:xfrm>
            <a:off x="11819322" y="0"/>
            <a:ext cx="168676" cy="6858000"/>
          </a:xfrm>
          <a:prstGeom prst="rect">
            <a:avLst/>
          </a:prstGeom>
          <a:solidFill>
            <a:srgbClr val="F544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logo with a colorful stripe&#10;&#10;AI-generated content may be incorrect.">
            <a:extLst>
              <a:ext uri="{FF2B5EF4-FFF2-40B4-BE49-F238E27FC236}">
                <a16:creationId xmlns:a16="http://schemas.microsoft.com/office/drawing/2014/main" id="{616F6950-0DA6-04CF-16B1-AEFCB0C6D6D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77" t="19443" r="36810" b="20154"/>
          <a:stretch>
            <a:fillRect/>
          </a:stretch>
        </p:blipFill>
        <p:spPr>
          <a:xfrm>
            <a:off x="6024793" y="6462120"/>
            <a:ext cx="188105" cy="26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222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background with a pattern&#10;&#10;AI-generated content may be incorrect.">
            <a:extLst>
              <a:ext uri="{FF2B5EF4-FFF2-40B4-BE49-F238E27FC236}">
                <a16:creationId xmlns:a16="http://schemas.microsoft.com/office/drawing/2014/main" id="{A209C2DE-50FF-0FCB-B119-C9460F73A0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4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274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9504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49" r:id="rId2"/>
    <p:sldLayoutId id="2147483659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8BE18BE-707C-5069-CFB0-EBDEBE49F1A0}"/>
              </a:ext>
            </a:extLst>
          </p:cNvPr>
          <p:cNvSpPr/>
          <p:nvPr/>
        </p:nvSpPr>
        <p:spPr>
          <a:xfrm>
            <a:off x="11411079" y="0"/>
            <a:ext cx="168676" cy="6858000"/>
          </a:xfrm>
          <a:prstGeom prst="rect">
            <a:avLst/>
          </a:prstGeom>
          <a:solidFill>
            <a:srgbClr val="8430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630708-2E51-4A5D-1551-9A37497897EF}"/>
              </a:ext>
            </a:extLst>
          </p:cNvPr>
          <p:cNvSpPr/>
          <p:nvPr/>
        </p:nvSpPr>
        <p:spPr>
          <a:xfrm>
            <a:off x="11617332" y="0"/>
            <a:ext cx="168676" cy="6858000"/>
          </a:xfrm>
          <a:prstGeom prst="rect">
            <a:avLst/>
          </a:prstGeom>
          <a:solidFill>
            <a:srgbClr val="06AE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B59B66-21E6-BF46-9F03-BE3501F961B9}"/>
              </a:ext>
            </a:extLst>
          </p:cNvPr>
          <p:cNvSpPr/>
          <p:nvPr/>
        </p:nvSpPr>
        <p:spPr>
          <a:xfrm>
            <a:off x="11819322" y="0"/>
            <a:ext cx="168676" cy="6858000"/>
          </a:xfrm>
          <a:prstGeom prst="rect">
            <a:avLst/>
          </a:prstGeom>
          <a:solidFill>
            <a:srgbClr val="F544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black background with blue letters&#10;&#10;AI-generated content may be incorrect.">
            <a:extLst>
              <a:ext uri="{FF2B5EF4-FFF2-40B4-BE49-F238E27FC236}">
                <a16:creationId xmlns:a16="http://schemas.microsoft.com/office/drawing/2014/main" id="{CCD3E6ED-C4BD-07EF-8DA2-5A1E6BFDCC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57" t="38750" r="33589" b="37916"/>
          <a:stretch>
            <a:fillRect/>
          </a:stretch>
        </p:blipFill>
        <p:spPr>
          <a:xfrm>
            <a:off x="3711209" y="1583382"/>
            <a:ext cx="4693681" cy="2507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857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AF090-3661-C28B-60A2-44BC685D2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0715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D25FC-D5EC-691A-CB46-2A98F6139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1105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FDDCA-4E1A-EBD1-F612-309A9B600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6526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blue letters&#10;&#10;AI-generated content may be incorrect.">
            <a:extLst>
              <a:ext uri="{FF2B5EF4-FFF2-40B4-BE49-F238E27FC236}">
                <a16:creationId xmlns:a16="http://schemas.microsoft.com/office/drawing/2014/main" id="{79C7D51F-EC0E-0A44-360A-11D1D0E7D7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57" t="38750" r="33589" b="37916"/>
          <a:stretch>
            <a:fillRect/>
          </a:stretch>
        </p:blipFill>
        <p:spPr>
          <a:xfrm>
            <a:off x="3467369" y="2040582"/>
            <a:ext cx="5120401" cy="273088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0CB9CF2-B686-20CE-E5C6-583CC934609A}"/>
              </a:ext>
            </a:extLst>
          </p:cNvPr>
          <p:cNvSpPr/>
          <p:nvPr/>
        </p:nvSpPr>
        <p:spPr>
          <a:xfrm>
            <a:off x="11411079" y="0"/>
            <a:ext cx="168676" cy="6858000"/>
          </a:xfrm>
          <a:prstGeom prst="rect">
            <a:avLst/>
          </a:prstGeom>
          <a:solidFill>
            <a:srgbClr val="8430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2176AF-F15C-C39D-9C7A-DBF1477CCEDC}"/>
              </a:ext>
            </a:extLst>
          </p:cNvPr>
          <p:cNvSpPr/>
          <p:nvPr/>
        </p:nvSpPr>
        <p:spPr>
          <a:xfrm>
            <a:off x="11617332" y="0"/>
            <a:ext cx="168676" cy="6858000"/>
          </a:xfrm>
          <a:prstGeom prst="rect">
            <a:avLst/>
          </a:prstGeom>
          <a:solidFill>
            <a:srgbClr val="06AE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AF2BF1-F486-D809-0E2F-8CD25424E058}"/>
              </a:ext>
            </a:extLst>
          </p:cNvPr>
          <p:cNvSpPr/>
          <p:nvPr/>
        </p:nvSpPr>
        <p:spPr>
          <a:xfrm>
            <a:off x="11819322" y="0"/>
            <a:ext cx="168676" cy="6858000"/>
          </a:xfrm>
          <a:prstGeom prst="rect">
            <a:avLst/>
          </a:prstGeom>
          <a:solidFill>
            <a:srgbClr val="F544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phone handset on a black background&#10;&#10;AI-generated content may be incorrect.">
            <a:extLst>
              <a:ext uri="{FF2B5EF4-FFF2-40B4-BE49-F238E27FC236}">
                <a16:creationId xmlns:a16="http://schemas.microsoft.com/office/drawing/2014/main" id="{5032484E-1B12-8529-0C3F-D40B49E5EC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59" t="33786" r="28268" b="34110"/>
          <a:stretch>
            <a:fillRect/>
          </a:stretch>
        </p:blipFill>
        <p:spPr>
          <a:xfrm>
            <a:off x="727849" y="5755031"/>
            <a:ext cx="248716" cy="263596"/>
          </a:xfrm>
          <a:prstGeom prst="rect">
            <a:avLst/>
          </a:prstGeom>
        </p:spPr>
      </p:pic>
      <p:pic>
        <p:nvPicPr>
          <p:cNvPr id="7" name="Picture 6" descr="A blue envelope on a black background&#10;&#10;AI-generated content may be incorrect.">
            <a:extLst>
              <a:ext uri="{FF2B5EF4-FFF2-40B4-BE49-F238E27FC236}">
                <a16:creationId xmlns:a16="http://schemas.microsoft.com/office/drawing/2014/main" id="{518DF466-4D33-4AE6-8435-30E9B62023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44" t="37929" r="27402" b="37734"/>
          <a:stretch>
            <a:fillRect/>
          </a:stretch>
        </p:blipFill>
        <p:spPr>
          <a:xfrm>
            <a:off x="706654" y="6110558"/>
            <a:ext cx="291332" cy="209848"/>
          </a:xfrm>
          <a:prstGeom prst="rect">
            <a:avLst/>
          </a:prstGeom>
        </p:spPr>
      </p:pic>
      <p:pic>
        <p:nvPicPr>
          <p:cNvPr id="8" name="Picture 7" descr="A blue and black location pin&#10;&#10;AI-generated content may be incorrect.">
            <a:extLst>
              <a:ext uri="{FF2B5EF4-FFF2-40B4-BE49-F238E27FC236}">
                <a16:creationId xmlns:a16="http://schemas.microsoft.com/office/drawing/2014/main" id="{386EB6DC-756E-4F79-1977-1C822FCFCF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22" t="28749" r="29537" b="28195"/>
          <a:stretch>
            <a:fillRect/>
          </a:stretch>
        </p:blipFill>
        <p:spPr>
          <a:xfrm flipH="1">
            <a:off x="727849" y="6412337"/>
            <a:ext cx="229177" cy="3244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25D0652-4153-3622-D933-7E629DC9B57B}"/>
              </a:ext>
            </a:extLst>
          </p:cNvPr>
          <p:cNvSpPr txBox="1"/>
          <p:nvPr/>
        </p:nvSpPr>
        <p:spPr>
          <a:xfrm>
            <a:off x="1009879" y="5803183"/>
            <a:ext cx="12785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>
                    <a:lumMod val="65000"/>
                  </a:schemeClr>
                </a:solidFill>
                <a:latin typeface="Baloo Bhaijaan 2" pitchFamily="2" charset="-78"/>
                <a:cs typeface="Baloo Bhaijaan 2" pitchFamily="2" charset="-78"/>
              </a:rPr>
              <a:t>+966 920017730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58AD62-0D8A-654B-144E-867C9F1E0A84}"/>
              </a:ext>
            </a:extLst>
          </p:cNvPr>
          <p:cNvSpPr txBox="1"/>
          <p:nvPr/>
        </p:nvSpPr>
        <p:spPr>
          <a:xfrm>
            <a:off x="1009879" y="6104962"/>
            <a:ext cx="1057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>
                    <a:lumMod val="65000"/>
                  </a:schemeClr>
                </a:solidFill>
                <a:latin typeface="Baloo Bhaijaan 2" pitchFamily="2" charset="-78"/>
                <a:cs typeface="Baloo Bhaijaan 2" pitchFamily="2" charset="-78"/>
              </a:rPr>
              <a:t>info@ts.sa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D8155C-9225-15F4-4FA7-9E836619EE38}"/>
              </a:ext>
            </a:extLst>
          </p:cNvPr>
          <p:cNvSpPr txBox="1"/>
          <p:nvPr/>
        </p:nvSpPr>
        <p:spPr>
          <a:xfrm>
            <a:off x="1009879" y="6440718"/>
            <a:ext cx="26072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bg1">
                    <a:lumMod val="65000"/>
                  </a:schemeClr>
                </a:solidFill>
                <a:latin typeface="Baloo Bhaijaan 2" pitchFamily="2" charset="-78"/>
                <a:cs typeface="Baloo Bhaijaan 2" pitchFamily="2" charset="-78"/>
              </a:rPr>
              <a:t>KAFD, Building 3, 05 3rd Floor, Area3, Riyadh 13519</a:t>
            </a:r>
          </a:p>
        </p:txBody>
      </p:sp>
    </p:spTree>
    <p:extLst>
      <p:ext uri="{BB962C8B-B14F-4D97-AF65-F5344CB8AC3E}">
        <p14:creationId xmlns:p14="http://schemas.microsoft.com/office/powerpoint/2010/main" val="3349157679"/>
      </p:ext>
    </p:extLst>
  </p:cSld>
  <p:clrMapOvr>
    <a:masterClrMapping/>
  </p:clrMapOvr>
</p:sld>
</file>

<file path=ppt/theme/theme1.xml><?xml version="1.0" encoding="utf-8"?>
<a:theme xmlns:a="http://schemas.openxmlformats.org/drawingml/2006/main" name="Exampl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Rayyan Aldohian</dc:creator>
  <cp:revision>15</cp:revision>
  <dcterms:created xsi:type="dcterms:W3CDTF">2025-07-31T08:27:32Z</dcterms:created>
  <dcterms:modified xsi:type="dcterms:W3CDTF">2025-12-04T09:40:11Z</dcterms:modified>
</cp:coreProperties>
</file>